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6"/>
  </p:notesMasterIdLst>
  <p:sldIdLst>
    <p:sldId id="257" r:id="rId2"/>
    <p:sldId id="258" r:id="rId3"/>
    <p:sldId id="259" r:id="rId4"/>
    <p:sldId id="26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0" autoAdjust="0"/>
    <p:restoredTop sz="86410" autoAdjust="0"/>
  </p:normalViewPr>
  <p:slideViewPr>
    <p:cSldViewPr snapToGrid="0" snapToObjects="1">
      <p:cViewPr varScale="1">
        <p:scale>
          <a:sx n="54" d="100"/>
          <a:sy n="54" d="100"/>
        </p:scale>
        <p:origin x="400" y="60"/>
      </p:cViewPr>
      <p:guideLst/>
    </p:cSldViewPr>
  </p:slideViewPr>
  <p:outlineViewPr>
    <p:cViewPr>
      <p:scale>
        <a:sx n="33" d="100"/>
        <a:sy n="33" d="100"/>
      </p:scale>
      <p:origin x="0" y="0"/>
    </p:cViewPr>
  </p:outlineViewPr>
  <p:notesTextViewPr>
    <p:cViewPr>
      <p:scale>
        <a:sx n="1" d="1"/>
        <a:sy n="1" d="1"/>
      </p:scale>
      <p:origin x="0" y="-5064"/>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23288B-71AB-4898-81E3-94597643E25F}" type="datetimeFigureOut">
              <a:rPr lang="en-US" smtClean="0"/>
              <a:t>1/11/2026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1F3B2D-0B35-4529-B7B4-4C02A4CA9A99}" type="slidenum">
              <a:rPr lang="en-US" smtClean="0"/>
              <a:t>‹#›</a:t>
            </a:fld>
            <a:endParaRPr lang="en-US"/>
          </a:p>
        </p:txBody>
      </p:sp>
    </p:spTree>
    <p:extLst>
      <p:ext uri="{BB962C8B-B14F-4D97-AF65-F5344CB8AC3E}">
        <p14:creationId xmlns:p14="http://schemas.microsoft.com/office/powerpoint/2010/main" val="3997383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cardVisual</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Budget ROI by Targeted Segment</a:t>
            </a:r>
            <a:endParaRPr dirty="0"/>
          </a:p>
          <a:p>
            <a:r>
              <a:rPr b="0" dirty="0"/>
              <a:t>No alt text provided</a:t>
            </a:r>
            <a:endParaRPr dirty="0"/>
          </a:p>
          <a:p>
            <a:endParaRPr dirty="0"/>
          </a:p>
          <a:p>
            <a:r>
              <a:rPr b="1" dirty="0"/>
              <a:t> Profit By Discount Type</a:t>
            </a:r>
            <a:endParaRPr dirty="0"/>
          </a:p>
          <a:p>
            <a:r>
              <a:rPr b="0" dirty="0"/>
              <a:t>No alt text provided</a:t>
            </a:r>
            <a:endParaRPr dirty="0"/>
          </a:p>
          <a:p>
            <a:endParaRPr dirty="0"/>
          </a:p>
          <a:p>
            <a:r>
              <a:rPr b="1" dirty="0"/>
              <a:t>Profit by Week Of Month</a:t>
            </a:r>
            <a:endParaRPr dirty="0"/>
          </a:p>
          <a:p>
            <a:r>
              <a:rPr b="0" dirty="0"/>
              <a:t>No alt text provided</a:t>
            </a:r>
            <a:endParaRPr dirty="0"/>
          </a:p>
          <a:p>
            <a:endParaRPr dirty="0"/>
          </a:p>
          <a:p>
            <a:r>
              <a:rPr b="1" dirty="0"/>
              <a:t>Budget ROI by Campaign</a:t>
            </a:r>
            <a:endParaRPr dirty="0"/>
          </a:p>
          <a:p>
            <a:r>
              <a:rPr b="0" dirty="0"/>
              <a:t>No alt text provided</a:t>
            </a:r>
            <a:endParaRPr dirty="0"/>
          </a:p>
          <a:p>
            <a:endParaRPr dirty="0"/>
          </a:p>
          <a:p>
            <a:r>
              <a:rPr b="1" dirty="0"/>
              <a:t>Profit by Holiday Flag</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Profit By Channel</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Late Delivery Rate by Week Of Month</a:t>
            </a:r>
            <a:endParaRPr dirty="0"/>
          </a:p>
          <a:p>
            <a:r>
              <a:rPr b="0" dirty="0"/>
              <a:t>No alt text provided</a:t>
            </a:r>
            <a:endParaRPr dirty="0"/>
          </a:p>
          <a:p>
            <a:endParaRPr dirty="0"/>
          </a:p>
          <a:p>
            <a:r>
              <a:rPr b="1" dirty="0"/>
              <a:t>Late Delivery Rate By WarehouseID</a:t>
            </a:r>
            <a:endParaRPr dirty="0"/>
          </a:p>
          <a:p>
            <a:r>
              <a:rPr b="0" dirty="0"/>
              <a:t>No alt text provided</a:t>
            </a:r>
            <a:endParaRPr dirty="0"/>
          </a:p>
          <a:p>
            <a:endParaRPr dirty="0"/>
          </a:p>
          <a:p>
            <a:r>
              <a:rPr b="1" dirty="0"/>
              <a:t>Total Deliveries By Status</a:t>
            </a:r>
            <a:endParaRPr dirty="0"/>
          </a:p>
          <a:p>
            <a:r>
              <a:rPr b="0" dirty="0"/>
              <a:t>No alt text provided</a:t>
            </a:r>
            <a:endParaRPr dirty="0"/>
          </a:p>
          <a:p>
            <a:endParaRPr dirty="0"/>
          </a:p>
          <a:p>
            <a:r>
              <a:rPr b="1" dirty="0"/>
              <a:t>OTD and Avg Late Delivery by Service Level</a:t>
            </a:r>
            <a:endParaRPr dirty="0"/>
          </a:p>
          <a:p>
            <a:r>
              <a:rPr b="0" dirty="0"/>
              <a:t>No alt text provided</a:t>
            </a:r>
            <a:endParaRPr dirty="0"/>
          </a:p>
          <a:p>
            <a:endParaRPr dirty="0"/>
          </a:p>
          <a:p>
            <a:r>
              <a:rPr b="1" dirty="0"/>
              <a:t>Carrier Grand 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cardVisual</a:t>
            </a:r>
            <a:endParaRPr dirty="0"/>
          </a:p>
          <a:p>
            <a:r>
              <a:rPr b="0" dirty="0"/>
              <a:t>No alt text provided</a:t>
            </a:r>
            <a:endParaRPr dirty="0"/>
          </a:p>
          <a:p>
            <a:endParaRPr dirty="0"/>
          </a:p>
          <a:p>
            <a:r>
              <a:rPr b="1" dirty="0"/>
              <a:t>Return Rate Contribution By Diposition </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Total Return By Month Name</a:t>
            </a:r>
            <a:endParaRPr dirty="0"/>
          </a:p>
          <a:p>
            <a:r>
              <a:rPr b="0" dirty="0"/>
              <a:t>No alt text provided</a:t>
            </a:r>
            <a:endParaRPr dirty="0"/>
          </a:p>
          <a:p>
            <a:endParaRPr dirty="0"/>
          </a:p>
          <a:p>
            <a:r>
              <a:rPr b="1" dirty="0"/>
              <a:t>Return Rate Contribution By Condition</a:t>
            </a:r>
            <a:endParaRPr dirty="0"/>
          </a:p>
          <a:p>
            <a:r>
              <a:rPr b="0" dirty="0"/>
              <a:t>No alt text provided</a:t>
            </a:r>
            <a:endParaRPr dirty="0"/>
          </a:p>
          <a:p>
            <a:endParaRPr dirty="0"/>
          </a:p>
          <a:p>
            <a:r>
              <a:rPr b="1" dirty="0"/>
              <a:t>Return Rate Contribution By Reason</a:t>
            </a:r>
            <a:endParaRPr dirty="0"/>
          </a:p>
          <a:p>
            <a:r>
              <a:rPr b="0" dirty="0"/>
              <a:t>No alt text provided</a:t>
            </a:r>
            <a:endParaRPr dirty="0"/>
          </a:p>
          <a:p>
            <a:endParaRPr dirty="0"/>
          </a:p>
          <a:p>
            <a:r>
              <a:rPr b="1" dirty="0"/>
              <a:t>Refund Amount By Quantity By Product Category</a:t>
            </a:r>
            <a:endParaRPr dirty="0"/>
          </a:p>
          <a:p>
            <a:r>
              <a:rPr b="0" dirty="0"/>
              <a:t>No alt text provided</a:t>
            </a:r>
            <a:endParaRPr dirty="0"/>
          </a:p>
          <a:p>
            <a:endParaRPr dirty="0"/>
          </a:p>
          <a:p>
            <a:r>
              <a:rPr b="1" dirty="0"/>
              <a:t>Total Return By Channel</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cardVisual</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Revenue By Product Category</a:t>
            </a:r>
            <a:endParaRPr dirty="0"/>
          </a:p>
          <a:p>
            <a:r>
              <a:rPr b="0" dirty="0"/>
              <a:t>No alt text provided</a:t>
            </a:r>
            <a:endParaRPr dirty="0"/>
          </a:p>
          <a:p>
            <a:endParaRPr dirty="0"/>
          </a:p>
          <a:p>
            <a:r>
              <a:rPr b="1" dirty="0"/>
              <a:t>Revenue By Subcategory</a:t>
            </a:r>
            <a:endParaRPr dirty="0"/>
          </a:p>
          <a:p>
            <a:r>
              <a:rPr b="0" dirty="0"/>
              <a:t>No alt text provided</a:t>
            </a:r>
            <a:endParaRPr dirty="0"/>
          </a:p>
          <a:p>
            <a:endParaRPr dirty="0"/>
          </a:p>
          <a:p>
            <a:r>
              <a:rPr b="1" dirty="0"/>
              <a:t>Total Revenue By Seasonality Tag</a:t>
            </a:r>
            <a:endParaRPr dirty="0"/>
          </a:p>
          <a:p>
            <a:r>
              <a:rPr b="0" dirty="0"/>
              <a:t>No alt text provided</a:t>
            </a:r>
            <a:endParaRPr dirty="0"/>
          </a:p>
          <a:p>
            <a:endParaRPr dirty="0"/>
          </a:p>
          <a:p>
            <a:r>
              <a:rPr b="1" dirty="0"/>
              <a:t>Sort</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Top ProductID by Revenue Of each Category</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Profit By Seasonality Tag</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pp.powerbi.com/groups/me/reports/d7ae57bb-641f-470e-b73a-70f16d91591a/?pbi_source=PowerPoint" TargetMode="External"/><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hyperlink" Target="https://app.powerbi.com/groups/me/reports/d7ae57bb-641f-470e-b73a-70f16d91591a/?pbi_source=PowerPoint"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hyperlink" Target="https://app.powerbi.com/groups/me/reports/d7ae57bb-641f-470e-b73a-70f16d91591a/?pbi_source=PowerPoint"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hyperlink" Target="https://app.powerbi.com/groups/me/reports/d7ae57bb-641f-470e-b73a-70f16d91591a/?pbi_source=PowerPoint"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cardVisual ,slicer ,Budget ROI by Targeted Segment , Profit By Discount Type ,Profit by Week Of Month ,Budget ROI by Campaign ,Profit by Holiday Flag ,cardVisual ,cardVisual ,cardVisual ,Profit By Channel ,textbox ,slicer ,slicer ,pageNavigator. Please refer to the notes on this slide for details">
            <a:hlinkClick r:id="rId3"/>
          </p:cNvPr>
          <p:cNvPicPr>
            <a:picLocks noChangeAspect="1"/>
          </p:cNvPicPr>
          <p:nvPr/>
        </p:nvPicPr>
        <p:blipFill>
          <a:blip r:embed="rId4"/>
          <a:stretch>
            <a:fillRect/>
          </a:stretch>
        </p:blipFill>
        <p:spPr>
          <a:xfrm>
            <a:off x="323850" y="0"/>
            <a:ext cx="11534775" cy="6848475"/>
          </a:xfrm>
          <a:prstGeom prst="rect">
            <a:avLst/>
          </a:prstGeom>
          <a:noFill/>
        </p:spPr>
      </p:pic>
      <p:sp>
        <p:nvSpPr>
          <p:cNvPr id="4" name="Title" hidden="1"/>
          <p:cNvSpPr>
            <a:spLocks noGrp="1"/>
          </p:cNvSpPr>
          <p:nvPr>
            <p:ph type="title"/>
          </p:nvPr>
        </p:nvSpPr>
        <p:spPr/>
        <p:txBody>
          <a:bodyPr/>
          <a:lstStyle/>
          <a:p>
            <a:r>
              <a:t>Campaign Analysis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slicer ,slicer ,cardVisual ,clusteredColumnChart ,Late Delivery Rate by Week Of Month ,Late Delivery Rate By WarehouseID ,Total Deliveries By Status ,OTD and Avg Late Delivery by Service Level ,Carrier Grand Table ,slicer ,slicer ,cardVisual ,cardVisual ,cardVisual ,pageNavigator. Please refer to the notes on this slide for details">
            <a:hlinkClick r:id="rId3"/>
          </p:cNvPr>
          <p:cNvPicPr>
            <a:picLocks noChangeAspect="1"/>
          </p:cNvPicPr>
          <p:nvPr/>
        </p:nvPicPr>
        <p:blipFill>
          <a:blip r:embed="rId4"/>
          <a:stretch>
            <a:fillRect/>
          </a:stretch>
        </p:blipFill>
        <p:spPr>
          <a:xfrm>
            <a:off x="323850" y="0"/>
            <a:ext cx="11534775" cy="6848475"/>
          </a:xfrm>
          <a:prstGeom prst="rect">
            <a:avLst/>
          </a:prstGeom>
          <a:noFill/>
        </p:spPr>
      </p:pic>
      <p:sp>
        <p:nvSpPr>
          <p:cNvPr id="4" name="Title" hidden="1"/>
          <p:cNvSpPr>
            <a:spLocks noGrp="1"/>
          </p:cNvSpPr>
          <p:nvPr>
            <p:ph type="title"/>
          </p:nvPr>
        </p:nvSpPr>
        <p:spPr/>
        <p:txBody>
          <a:bodyPr/>
          <a:lstStyle/>
          <a:p>
            <a:r>
              <a:t> Delivery Analysis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cardVisual ,Return Rate Contribution By Diposition  ,slicer ,cardVisual ,cardVisual ,cardVisual ,Total Return By Month Name ,Return Rate Contribution By Condition ,Return Rate Contribution By Reason ,Refund Amount By Quantity By Product Category ,Total Return By Channel ,slicer ,slicer ,textbox ,pageNavigator. Please refer to the notes on this slide for details">
            <a:hlinkClick r:id="rId3"/>
          </p:cNvPr>
          <p:cNvPicPr>
            <a:picLocks noChangeAspect="1"/>
          </p:cNvPicPr>
          <p:nvPr/>
        </p:nvPicPr>
        <p:blipFill>
          <a:blip r:embed="rId4"/>
          <a:stretch>
            <a:fillRect/>
          </a:stretch>
        </p:blipFill>
        <p:spPr>
          <a:xfrm>
            <a:off x="323850" y="0"/>
            <a:ext cx="11534775" cy="6848475"/>
          </a:xfrm>
          <a:prstGeom prst="rect">
            <a:avLst/>
          </a:prstGeom>
          <a:noFill/>
        </p:spPr>
      </p:pic>
      <p:sp>
        <p:nvSpPr>
          <p:cNvPr id="4" name="Title" hidden="1"/>
          <p:cNvSpPr>
            <a:spLocks noGrp="1"/>
          </p:cNvSpPr>
          <p:nvPr>
            <p:ph type="title"/>
          </p:nvPr>
        </p:nvSpPr>
        <p:spPr/>
        <p:txBody>
          <a:bodyPr/>
          <a:lstStyle/>
          <a:p>
            <a:r>
              <a:t>Return Analysis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cardVisual ,slicer ,cardVisual ,cardVisual ,cardVisual ,Revenue By Product Category ,Revenue By Subcategory ,Total Revenue By Seasonality Tag ,Sort ,slicer ,Top ProductID by Revenue Of each Category ,slicer ,Profit By Seasonality Tag ,slicer ,slicer ,textbox ,pageNavigator. Please refer to the notes on this slide for details">
            <a:hlinkClick r:id="rId3"/>
          </p:cNvPr>
          <p:cNvPicPr>
            <a:picLocks noChangeAspect="1"/>
          </p:cNvPicPr>
          <p:nvPr/>
        </p:nvPicPr>
        <p:blipFill>
          <a:blip r:embed="rId4"/>
          <a:stretch>
            <a:fillRect/>
          </a:stretch>
        </p:blipFill>
        <p:spPr>
          <a:xfrm>
            <a:off x="323850" y="0"/>
            <a:ext cx="11534775" cy="6848475"/>
          </a:xfrm>
          <a:prstGeom prst="rect">
            <a:avLst/>
          </a:prstGeom>
          <a:noFill/>
        </p:spPr>
      </p:pic>
      <p:sp>
        <p:nvSpPr>
          <p:cNvPr id="4" name="Title" hidden="1"/>
          <p:cNvSpPr>
            <a:spLocks noGrp="1"/>
          </p:cNvSpPr>
          <p:nvPr>
            <p:ph type="title"/>
          </p:nvPr>
        </p:nvSpPr>
        <p:spPr/>
        <p:txBody>
          <a:bodyPr/>
          <a:lstStyle/>
          <a:p>
            <a:r>
              <a:t>Product Performance</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TotalTime>
  <Words>409</Words>
  <Application>Microsoft Office PowerPoint</Application>
  <PresentationFormat>Widescreen</PresentationFormat>
  <Paragraphs>189</Paragraphs>
  <Slides>4</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Arial</vt:lpstr>
      <vt:lpstr>Calibri</vt:lpstr>
      <vt:lpstr>Calibri Light</vt:lpstr>
      <vt:lpstr>Custom Design</vt:lpstr>
      <vt:lpstr>Campaign Analysis</vt:lpstr>
      <vt:lpstr> Delivery Analysis</vt:lpstr>
      <vt:lpstr>Return Analysis</vt:lpstr>
      <vt:lpstr>Product Performance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wasi yamin</cp:lastModifiedBy>
  <cp:revision>5</cp:revision>
  <dcterms:created xsi:type="dcterms:W3CDTF">2016-09-04T11:54:55Z</dcterms:created>
  <dcterms:modified xsi:type="dcterms:W3CDTF">2026-01-11T09:35:41Z</dcterms:modified>
</cp:coreProperties>
</file>